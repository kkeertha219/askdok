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DCBCCF-9BB0-9307-9DCC-A031BE19F5D7}" v="31" dt="2026-06-28T04:49:03.6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20F47B-182C-6DAD-9340-59DBB6CA6E97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61468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Intended for internal use within the organization. Unauthorized disclosure may cause minor to moderate impact.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AskDoc - AI Document Reviewer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Django-based RAG application for document upload, document-specific chat, and local LLM retrieval.</a:t>
            </a:r>
          </a:p>
          <a:p>
            <a:pPr lvl="1" algn="l">
              <a:defRPr sz="1800"/>
            </a:pPr>
            <a:r>
              <a:t>This project uses per-document FAISS indexing and session-aware chat routing.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Django templates provide a sidebar, file upload flow, recent document sessions, and chat UI.</a:t>
            </a:r>
          </a:p>
          <a:p>
            <a:pPr lvl="1" algn="l">
              <a:defRPr sz="1800"/>
            </a:pPr>
            <a:r>
              <a:t>Backend: Django views ingest documents, manage session-specific FAISS indexes, and serve chat answers using local LLM prompts.</a:t>
            </a:r>
          </a:p>
          <a:p>
            <a:pPr lvl="1" algn="l">
              <a:defRPr sz="1800"/>
            </a:pPr>
            <a:r>
              <a:t>Utility: Document extraction, chunking, embedding generation, and retrieval are handled in RAG/utils.py.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&amp;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Upload a document → create or reuse session ID → ingest into a per-session FAISS index.</a:t>
            </a:r>
          </a:p>
          <a:p>
            <a:pPr lvl="1" algn="l">
              <a:defRPr sz="1800"/>
            </a:pPr>
            <a:r>
              <a:t>Select a recent document → restore the session and chat history in the sidebar.</a:t>
            </a:r>
          </a:p>
          <a:p>
            <a:pPr lvl="1" algn="l">
              <a:defRPr sz="1800"/>
            </a:pPr>
            <a:r>
              <a:t>Ask a question → backend retrieves document-specific context and returns an answer from the local LLM.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File ingestion supports PDF, TXT, HTML, and CSV with OCR fallback for scanned documents.</a:t>
            </a:r>
          </a:p>
          <a:p>
            <a:pPr lvl="1" algn="l">
              <a:defRPr sz="1800"/>
            </a:pPr>
            <a:r>
              <a:t>Each document session uses its own FAISS index to isolate retrieval context.</a:t>
            </a:r>
          </a:p>
          <a:p>
            <a:pPr lvl="1" algn="l">
              <a:defRPr sz="1800"/>
            </a:pPr>
            <a:r>
              <a:t>Chat queries include session ID so answers remain tied to the selected document.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 &amp; Flow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+ Django for web app routing and rendering.</a:t>
            </a:r>
          </a:p>
          <a:p>
            <a:pPr lvl="1" algn="l">
              <a:defRPr sz="1800"/>
            </a:pPr>
            <a:r>
              <a:t>FAISS + SentenceTransformers for embedding search and retrieval.</a:t>
            </a:r>
          </a:p>
          <a:p>
            <a:pPr lvl="1" algn="l">
              <a:defRPr sz="1800"/>
            </a:pPr>
            <a:r>
              <a:t>Transformers + local LLM for answer generation from retrieved document context.</a:t>
            </a:r>
          </a:p>
          <a:p>
            <a:pPr lvl="1" algn="l">
              <a:defRPr sz="1800"/>
            </a:pPr>
            <a:r>
              <a:t>Flow: Upload → Index → Select Document → Query → Retrieve → Answer.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Screenshots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59F0E54-C14A-2F0E-FD23-1C9513A673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807563"/>
            <a:ext cx="8229600" cy="41112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hat&#10;&#10;AI-generated content may be incorrect.">
            <a:extLst>
              <a:ext uri="{FF2B5EF4-FFF2-40B4-BE49-F238E27FC236}">
                <a16:creationId xmlns:a16="http://schemas.microsoft.com/office/drawing/2014/main" id="{4696853C-D9CB-1016-9667-6AF510CB4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599" y="641412"/>
            <a:ext cx="8360229" cy="4174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131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hat&#10;&#10;AI-generated content may be incorrect.">
            <a:extLst>
              <a:ext uri="{FF2B5EF4-FFF2-40B4-BE49-F238E27FC236}">
                <a16:creationId xmlns:a16="http://schemas.microsoft.com/office/drawing/2014/main" id="{7EB24B56-C2CE-0130-4256-CC9DEADB8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42" y="1513164"/>
            <a:ext cx="8454573" cy="416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727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hat&#10;&#10;AI-generated content may be incorrect.">
            <a:extLst>
              <a:ext uri="{FF2B5EF4-FFF2-40B4-BE49-F238E27FC236}">
                <a16:creationId xmlns:a16="http://schemas.microsoft.com/office/drawing/2014/main" id="{DE331148-FBC9-0BC8-102F-97D095744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443567"/>
            <a:ext cx="8534400" cy="4275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851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hat&#10;&#10;AI-generated content may be incorrect.">
            <a:extLst>
              <a:ext uri="{FF2B5EF4-FFF2-40B4-BE49-F238E27FC236}">
                <a16:creationId xmlns:a16="http://schemas.microsoft.com/office/drawing/2014/main" id="{83452E0E-9115-0C4C-121A-7E836BEA2B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114" y="1421944"/>
            <a:ext cx="8570686" cy="4304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875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28cbcbfa-3bcf-412b-91a6-293e9ecea6c9}" enabled="1" method="Standard" siteId="{63dd55b1-822c-4b3d-9792-dc1e34f5235f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AskDoc - AI Document Reviewer</vt:lpstr>
      <vt:lpstr>Overall Implementation</vt:lpstr>
      <vt:lpstr>Architecture &amp; Flow</vt:lpstr>
      <vt:lpstr>Implementation Details</vt:lpstr>
      <vt:lpstr>Tech Stack &amp; Flow Explanation</vt:lpstr>
      <vt:lpstr>Screenshots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26</cp:revision>
  <dcterms:created xsi:type="dcterms:W3CDTF">2013-01-27T09:14:16Z</dcterms:created>
  <dcterms:modified xsi:type="dcterms:W3CDTF">2026-06-28T04:51:30Z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Intended for internal use within the organization. Unauthorized disclosure may cause minor to moderate impact.</vt:lpwstr>
  </property>
</Properties>
</file>